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81AA2-3550-BF9B-9C1C-865AF4C42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932D94-B603-9B3F-473E-D6ED18D151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A15B8-B821-7B6E-DC57-7F9CF7D7B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EB462-87D7-4288-884E-C91CC313F542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19157-9D73-2983-802E-FF2F81C79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D6917-D946-7855-5C04-1E16B6240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74360-F49A-4ABB-AC08-97175E371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746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AF72F-1A58-D1E3-D394-E45708544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3C4C8-24A5-959A-D760-3D7CC8AA5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0F14D-CCE7-0AA0-EB66-AFE24E031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EB462-87D7-4288-884E-C91CC313F542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89905-6E97-C540-2005-29EDB7F94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1BB4E-A3B8-A29A-6794-6B6907451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74360-F49A-4ABB-AC08-97175E371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914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DD78F-9734-4B2B-7732-18D1615B3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0F9D50-479E-0402-79F9-3B8A22169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E5787-B033-D099-8241-C7EBD8183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EB462-87D7-4288-884E-C91CC313F542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00467-FDD5-6748-FE57-68A536B84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7C34E-DA58-0B6F-AD37-FD9ECF07F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74360-F49A-4ABB-AC08-97175E371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995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5593B-9744-0409-282C-F364C67AB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81E0C-3E7F-D677-FC2E-6C9770EE05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FF9DD-CC15-8545-9C51-0043EC6DCE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E300D9-B50B-79CD-B76C-2622ACBAD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EB462-87D7-4288-884E-C91CC313F542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EC1B65-0BA7-ECFD-9092-A34A22AC7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EAC109-9343-7EC0-3473-E34301238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74360-F49A-4ABB-AC08-97175E371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757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961D6-EBE1-A616-BFED-08E5248F1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7C9A6-857E-4CF7-392C-9C380F2A9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468774-0D96-037C-B6DA-2631BD492A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E3F346-5713-45A5-BEE5-A8AC1F45E8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CE95FA-D5A4-C41C-CDFF-7A86AAB12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0C26C0-A0D3-C033-63A0-E0C1E223E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EB462-87D7-4288-884E-C91CC313F542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EE7648-2F58-F292-5DB9-9DB33994B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92047D-82BA-85B7-112A-FEBAE0F37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74360-F49A-4ABB-AC08-97175E371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815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405A9-2A96-B096-40D4-8A126D8FB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F98478-8068-2C07-BC6E-041848A74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EB462-87D7-4288-884E-C91CC313F542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04F4B4-5E8F-53A5-C818-D1491F901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9438E2-C2B0-5BFF-03DE-1F1445250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74360-F49A-4ABB-AC08-97175E371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8013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9A39BC-E442-0473-D05A-4DF5E0EC4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EB462-87D7-4288-884E-C91CC313F542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1F6A2B-3B9A-1446-12DA-731F872B5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172DD-D4A7-DA96-61E7-1C3DE7787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74360-F49A-4ABB-AC08-97175E371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909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8627D-ED4B-78A4-3E9C-8F4DFC52C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038D7-FC1E-F301-B0CB-A60826F79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5B59CE-FC1F-46D3-D4A0-BC84BE80C3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57439D-EBC5-9631-DDD2-D16284B2A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EB462-87D7-4288-884E-C91CC313F542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CF7D86-BA6A-34B1-27D4-C4461A767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3712AE-260D-4B91-CCB8-F82FFE6D9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74360-F49A-4ABB-AC08-97175E371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277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294F3-47DC-709D-C23D-78E3C4132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3CC00B-3939-8BE2-DAC4-49468AD2E1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7ADAF0-F82F-B1F6-C66A-CF3A1967AA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6215E1-B5BE-BDB9-A7D3-B9841B4E6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EB462-87D7-4288-884E-C91CC313F542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C07002-7499-622A-3A8B-2A09F4CEC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88CEE6-4CF5-6678-069F-869A336BC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74360-F49A-4ABB-AC08-97175E371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010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8243C-E253-4084-BF85-3EFEC4313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320A65-E35D-CB6F-21D0-634A982000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21766-DC43-865F-8F4F-655F62FAD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EB462-87D7-4288-884E-C91CC313F542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E2F43-36E1-4A4F-E05B-F6A6210E7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8F883-FB85-5CF9-C283-5F8CAACC2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74360-F49A-4ABB-AC08-97175E371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725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221383-856A-5724-3857-9F4647F16E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7C52CF-B5B2-0CD6-3DD0-797D4C8F59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1E7FA-4AD4-D45F-102E-82FD8ED13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EB462-87D7-4288-884E-C91CC313F542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EC840-A84F-98F7-411B-7D330FC30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8CBD8-45A6-79A6-EC85-6EBB3EF89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74360-F49A-4ABB-AC08-97175E371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7268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D5D685-080E-59CA-4F0C-ABB05FF46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44B4A-6D07-56E6-E95F-75E052058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C5D60-B0A6-DBC2-8168-40979C5387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CEB462-87D7-4288-884E-C91CC313F542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3D1FA-E438-0C80-07FD-B0B45703A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1D96D-C276-A6A9-9DA0-5DCCCB62B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974360-F49A-4ABB-AC08-97175E371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004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FD56A-2545-B6F9-A695-DF9659A3F6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9F02E0-4FD8-9408-81C1-0EE0221E79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E9F459-BF88-6423-380F-269D20F4D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317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56EBB-A2DF-C8D7-D5D4-FDC169025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8DD372-568F-6BB8-E8C1-BA29D56CFD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1217DE-78D5-58E1-D684-6E49484A5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663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64C89-CB01-45EF-5B53-230FE33511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339D83-4394-7422-B61D-5C162F560E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3BBDD7-D925-8FEA-F479-D5EE916FF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C1D757-5EB4-65FD-39A2-4F2806BBE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872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7E4DA-C506-A0BF-18F5-C8AA2147B2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F69DEB-5C04-C110-0C84-07981E902B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C9BB5D-73A7-6645-FB36-7E188CA28B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85657A-6F4D-3B27-08ED-EF6B062ED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572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22598-3478-618A-40A9-B036BE51BB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007249-45A5-1169-B608-BC192020B4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AC7919-7F42-390C-340F-33B9EF6FAB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774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 sahasra</dc:creator>
  <cp:lastModifiedBy>r sahasra</cp:lastModifiedBy>
  <cp:revision>2</cp:revision>
  <dcterms:created xsi:type="dcterms:W3CDTF">2026-08-03T16:43:59Z</dcterms:created>
  <dcterms:modified xsi:type="dcterms:W3CDTF">2026-08-10T17:11:24Z</dcterms:modified>
</cp:coreProperties>
</file>